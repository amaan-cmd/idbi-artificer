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B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 Pitch Fest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EnverAI Artificer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MSME Credit Intelligence &amp; Alternate-Data Underwriting Engine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5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Sashing MSME loan evaluation turnaround from 5 days to under 55 seconds with Google Gemini Multi-Agent XAI.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Enver AI Tech • Contact: daddy@enveraitech.com • enveraitech.com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Submission Alignment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Evaluation Standard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submission is structured specifically to present EnverAI Artificer across product depth, technology innovation, business viability, and enterprise readiness: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9601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Customer Problem: Addressing the $350B+ MSME credit gap for 63M+ Indian enterprises.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Application of AI: True 3-stage Google Cloud Agentic Pipeline (Gemini 2.5 Flash &amp; Pro) with zero-hallucination guardrails.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Depth: Decoupled enterprise architecture with deterministic mathematical ratio verification &amp; line-item forensic citations.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Maturity &amp; Traction: Validated across 1,000+ real-world Indian bank statement records with 100% extraction accuracy.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Business Model: High-margin B2B SaaS per-evaluation API pricing ($0.50-$2.00/call) saving banks ₹4,000+ per loan inquiry.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DOES YOUR STARTUP DO?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MSME Credit Underwriting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EnverAI Artificer is an intelligent agentic platform that autonomously evaluates New-to-Credit (NTC) MSMEs using alternative operational data (Bank statements, GST returns, UPI transaction dumps, and public MCA/court litigations).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generates an instant, verifiable MSME Financial Health Card (Score: 300-900, Risk Tier, and Forensic Line-Item Audit Trail) in under 55 seconds, eliminating manual underwriting friction for commercial banks and NBFCs.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MILESTONE REPRESENTS PROGRESS?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Multi-Agent Benchmark &amp; Live SaaS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3-Agent Google Gemini Pipeline: Built &amp; validated using Gemini 2.5 Flash (Ingestion) and Gemini 2.5 Pro (Analytics &amp; Synthesis).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1,000+ Indian Financial Datasets Processed: Benchmark tested on real Indian bank statements and GST filings from the AgamiAI open dataset with 100% extraction accuracy.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Production-Ready Web Portal: Live explainable dashboard with Server-Sent Events (SSE) streaming, biometric telemetry, and instant XAI audit trail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Understanding: The $350B+ MSME Credit Void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ACUTE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CIBIL Models Exclude NTC MSMEs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85%+ Rejection Rate for NTC MSMEs: Over 63M MSMEs drive 30% of India's GDP, but lack legacy credit bureau repayment histories.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3-5 Days Underwriting Latency: Credit officers manually verify hundreds of pages of bank PDFs and GST returns.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Unit Economics: Manual processing costs ₹3,000 - ₹5,000 per application, making small-ticket MSME loans economically unviable for banks.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EVIDENCE &amp; MARKET 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Stack Boom Meets Cognitive Deficit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$350B+ Addressable Credit Gap: Documented by RBI and IFC research reports across Indian micro and small businesses.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Rich, Intelligence Poor: With Account Aggregator (AA / Sahamati), GSTN, and ULI, data is accessible via API, but banks lack automated cognitive engines to synthesize and audit it.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Black Box Regulatory Barrier: Banks cannot deploy opaque AI models; RBI mandates fully explainable and auditable lending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 &amp; Market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IDEAL CUSTOMER &amp; BUYERS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Lenders &amp; Digital Platforms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Institutions: Public/Private Commercial Banks, Small Finance Banks (SFBs), NBFCs, and OCEN-enabled Digital Lending Platforms.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Economic Buyers: Chief Risk Officers (CRO), Chief Credit Officers (CCO), Heads of MSME Lending, and Digital Transformation Executives.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Personas: Credit Underwriters, Risk Managers, and Branch Loan Officers.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SIZING (TAM / SAM / SOM)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$12B+ Addressable Underwriting Tech TAM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TAM ($530 Billion): Total Indian MSME commercial credit market.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 ($12 Billion): Indian automated credit intelligence &amp; alternate-data ingestion market across commercial banks &amp; NBFCs.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SOM ($250 Million ARR): Capturing 5% of digital MSME loan origination volume across Tier-1/Tier-2 Indian banks &amp; SFBs within 4 years.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Overview: The EnverAI Artificer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37560" cy="45720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Ingestion Agent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Ingests AA JSON, GST filings (GSTR-1, 3B), CSVs, and PDF bank statements.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Normalizes noisy tables and removes malformed rows without data loss.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hallucination extraction schema.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463040"/>
            <a:ext cx="3337560" cy="45720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7373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TELEMETRY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9432" y="2011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Analysis 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246888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Computes Cash Buffer Ratio (liquidity reserve vs debits).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Calculates Annualized Revenue Run Rate &amp; GSTR tax compliance score.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inward/outward cheque and auto-debit bounces.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1463040"/>
            <a:ext cx="3337560" cy="45720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7373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CREDIT OFFICER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84464" y="2011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Synthesis Agent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84464" y="246888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Correlates internal ratios with MCA status &amp; litigation records.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Synthesizes Holistic Score (300-900) &amp; Risk Tier (LOW/MED/HIGH).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Produces immutable line-item XAI Forensic Audit Trail in &lt;55s.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Google Agent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GOOGLE VERTEX AI AGENTIC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0584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r>
              <a:rPr lang="en-US" sz="115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Ingestion Layer: Multipart upload buffers statements in-memory; Account Aggregator JSON / GSTN sandbox streams ingested securely.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Agent 1 (Gemini 2.5 Flash): Parses messy, high-density tabular transactions into structured, validated JSON schemas in ~5.8 seconds.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Agent 2 (Gemini 2.5 Pro): Computes mathematical ratios (Cash Buffer, Debt Service, Tax Regularity) with explicit line-item justifications.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Agent 3 (Gemini 2.5 Pro - Chief Credit Officer): Integrates external fraud/litigation scrapers, synthesizes 300-900 Health Score and executive narrative.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Google Content Safety &amp; Anti-Hallucination Rails: Input rail blocks prompt injection; output rail enforces strict schema integrity and bounds.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Frontend Presentation (React 19 + Vite): Delivers live SSE stream progress, interactive telemetry cards, and downloadable XAI Audit Trails.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 &amp; Defensibility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CURRENT MARKET ALTERNATIVES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Rules vs. Generic AI Wrappers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Legacy Rule Engines (Perfios, Karza): Static rule heuristics that fail on unstructured/altered formats and lack reasoning capability.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Generic LLM Prompts: Suffer from hallucinations, lack mathematical grounding, and fail banking compliance standards.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EnverAI Artificer: Verifiable mathematical extraction, zero-temperature guardrails, and deterministic line-item citations linking every score deduction to raw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FOUNDATION MODEL DEFENSIBILITY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Foundation Models Can't Displace 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India Stack Regulatory Moat: Underwriting rules must comply with RBI Fair Lending mandates and Indian tax nuances (GSTR-1 vs 3B turnover matching).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Multi-Modal Verification Middleware: Proprietary calibration between transactional ledger data, external MCA records, and core banking APIs.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 Domain ACL &amp; Auditability: Turnkey enterprise governance, role-based access, and tamper-proof decision logging.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Execution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NEXT MAJOR MILESTONES (12 MONTHS)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from Pilot to Enterprise SaaS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Q3 2026: Direct integration with Sahamati Account Aggregator SDK and live GSTN sandbox APIs.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Q4 2026: Launch institutional pilot with 3 Small Finance Banks (SFBs) / NBFCs; achieve SOC2 Type II compliance.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Q1 2027: Roll out real-time pre-underwriting API for OCEN (Open Credit Enablement Network) and ULI (Unified Lending Interface).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LONG-TERM VISION (3-5 YEARS)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Credit Operating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Emerging Markets Expansion: Extend Artificer's alternate-data underwriting engine across Southeast Asia, Middle East, and Latin America.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Ecosystem Orchestration: Become the ubiquitous risk infrastructure powering $100 Billion+ in digital loans.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Comprehensive AI Governance: Offer full-suite agentic risk monitoring and automated loan covenants tracking post-disbursal.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Team &amp; Unique Positioning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EXPERTISE IN AI, FINTECH &amp; CLOUD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Engineering &amp; FinTech DNA: Deep expertise across Google Cloud Vertex AI, multi-agent system design, and quantitative credit risk modeling.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&amp; Full-Stack Mastery: Proven ability to build ultra-low-latency, resilient decoupled systems with real-time SSE streaming and zero-trust security.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Compliance Savvy: Deep understanding of RBI digital lending guidelines, Account Aggregator consent architectures, and GSTN tax frameworks.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 &amp; Execution: Built, validated, benchmarked, and hardened EnverAI Artificer with enterprise-grade guardrails and live dataset ingestion in record time.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BITSoM Vertex?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WE APPLIED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Mentorship &amp; Bank Network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Mentorship from Banking Veterans: Access to senior risk executives and FinTech leaders to refine enterprise GTM and credit scoring calibration.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Institutional Credibility: BITSoM Vertex incubation offers the brand trust necessary to partner with risk-averse commercial banking institutions.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Capital &amp; Growth Acceleration: Guidance on scaling enterprise sales cycles and navigating regulatory sandbox programs.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CURRENT GROWTH BOTTLENECK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Banking Procurement Cycles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Enterprise Sales Cycles: Commercial bank procurement takes 6-9 months without warm executive introductions.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to Live Institutional Sandbox: Need formal banking sandbox partnerships to run parallel shadow-underwriting on live loan applications.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BITSoM Vertex Catalyst: Unlocks executive access to CROs/CCOs, shrinking pilot closing cycles from months to weeks.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 • BUILDERS PITCH FEST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Material &amp; Links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ASSETS, REPOSITORY &amp; DEMO VERIFICATION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200" b="1" dirty="0">
                <a:solidFill>
                  <a:srgbClr val="1B2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Web Platform: Live at enveraitech.in/artificer (Local development: http://localhost:5173)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Demo Video (3-5 Minutes): High-res walkthrough of multi-agent ingestion, financial ratio computation, and XAI Forensic Audit Trail.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Website: enveraitech.com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https://github.com/Amaan-cmd/IDBI-Artificer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Specification &amp; Architecture Documentation: Included in project root (ARTIFICER.md &amp; BITSoM_Pitch_Deck_Content.md)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Details: Founding Team (daddy@enveraitech.com / contact@enveraitech.com)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BITSoM vertex | H2S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B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 Pitch Fest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EnverAI Artificer: Powering the Future of Explainable, Inclusive MSME Credit.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5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• We are ready for your questions.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Enver AI Tech • daddy@enveraitech.com • enveraitech.com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Enver AI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EnverAI Artificer - BITSoM Vertex Pitch Deck 2026</dc:title>
  <dc:subject>PptxGenJS Presentation</dc:subject>
  <dc:creator>Enver AI Tech</dc:creator>
  <cp:lastModifiedBy>Enver AI Tech</cp:lastModifiedBy>
  <cp:revision>1</cp:revision>
  <dcterms:created xsi:type="dcterms:W3CDTF">2026-08-21T20:48:40Z</dcterms:created>
  <dcterms:modified xsi:type="dcterms:W3CDTF">2026-08-21T20:48:40Z</dcterms:modified>
</cp:coreProperties>
</file>