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Amaan" userId="a8b21c8d22220733" providerId="LiveId" clId="{59A7FBF2-3DE9-4B30-BC43-C2099D3A45B0}"/>
    <pc:docChg chg="custSel modSld">
      <pc:chgData name="Shaikh Amaan" userId="a8b21c8d22220733" providerId="LiveId" clId="{59A7FBF2-3DE9-4B30-BC43-C2099D3A45B0}" dt="2026-07-03T20:10:02.051" v="1" actId="21"/>
      <pc:docMkLst>
        <pc:docMk/>
      </pc:docMkLst>
      <pc:sldChg chg="delSp mod">
        <pc:chgData name="Shaikh Amaan" userId="a8b21c8d22220733" providerId="LiveId" clId="{59A7FBF2-3DE9-4B30-BC43-C2099D3A45B0}" dt="2026-07-03T20:10:02.051" v="1" actId="21"/>
        <pc:sldMkLst>
          <pc:docMk/>
          <pc:sldMk cId="0" sldId="260"/>
        </pc:sldMkLst>
        <pc:picChg chg="del">
          <ac:chgData name="Shaikh Amaan" userId="a8b21c8d22220733" providerId="LiveId" clId="{59A7FBF2-3DE9-4B30-BC43-C2099D3A45B0}" dt="2026-07-03T20:10:02.051" v="1" actId="21"/>
          <ac:picMkLst>
            <pc:docMk/>
            <pc:sldMk cId="0" sldId="260"/>
            <ac:picMk id="5" creationId="{00000000-0000-0000-0000-000000000000}"/>
          </ac:picMkLst>
        </pc:picChg>
      </pc:sldChg>
      <pc:sldChg chg="delSp mod">
        <pc:chgData name="Shaikh Amaan" userId="a8b21c8d22220733" providerId="LiveId" clId="{59A7FBF2-3DE9-4B30-BC43-C2099D3A45B0}" dt="2026-07-03T20:07:41.521" v="0" actId="21"/>
        <pc:sldMkLst>
          <pc:docMk/>
          <pc:sldMk cId="0" sldId="262"/>
        </pc:sldMkLst>
        <pc:picChg chg="del">
          <ac:chgData name="Shaikh Amaan" userId="a8b21c8d22220733" providerId="LiveId" clId="{59A7FBF2-3DE9-4B30-BC43-C2099D3A45B0}" dt="2026-07-03T20:07:41.521" v="0" actId="21"/>
          <ac:picMkLst>
            <pc:docMk/>
            <pc:sldMk cId="0" sldId="262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2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IDBI ARTIFICER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MSME Alternate-Data Financial Health Card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Name: EnverAI Tech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Leader Name: Amaan (or your Team Leader)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Problem Statement: Traditional credit scoring rules out New-to-Credit (NTC) MSMEs. Evaluating unstructured alternate data (GST, statements) is manual, slow, and lacks explainable auditing.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Brief about the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Concept: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IDBI Artificer is an intelligent agentic credit underwriting platform for New-to-Credit MSMEs.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Underwriting Engine: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Ingests unstructured financial PDFs, GST returns, and UPI transaction logs to build a multidimensional Health Card.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Multi-Agent Pipeline: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Powered by three cooperative NVIDIA NIM agents (Nemotron 3 family) handling data parsing, ratio calculation, and final credit score synthesis.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Explainability: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Implements a Forensic Audit Trail with immutable, line-item data citations mapping LLM decisions directly back to original source files.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MARKET POSITIONING &amp; ADVANTAGES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Opportunities &amp; USP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Difference: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Traditional underwriting fails on unstructured PDFs or uses black-box scoring. IDBI Artificer blends multi-agent reasoning with deterministic financial verification.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Problem Solving: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Reduces processing time from 3-5 days to under 6 seconds, while cross-referencing MCA records and legal databases to prevent fraud.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1 (Explainability):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Complete compliance transparency via dynamic, interactive Citations linked directly to line-item transactions.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2 (Multi-Model Optimization):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runs extraction, Nemotron-3 Super does calculations, and Nemotron-3 Ultra acts as Chief Credit Officer.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USP 3 (Secure &amp; Hardened):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Integrated Google Sign-In with EnverAI domain ACL, GCP Secret Manager storage, and strict temperature 0.0 anti-hallucination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PRODUCT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Core Features Offered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Dual-Input Operations: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Ingests raw account aggregator CSVs/JSONs (File Mode) or allows interactive risk overrides in a structured playground (Override Mode).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Automated Ingestion &amp; Cleanup: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structures unstructured text logs into validated schemas, filtering missing values dynamically.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Explainable Ratio Calculations: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Computes cash buffers, run-rates, and tax compliance with natural language math justifications.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External Scraper Ingestion: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Dynamically checks MCA status, active court litigations, and sentiment indicators to adjust final credit risk levels.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Interactive Audit Dashboard: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Gives loan officers a complete, visual breakdown of risk levels (LOW/MEDIUM/HIGH) with drill-down compliance logs.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Process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User Interface Design &amp; Mockups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C:\Users\dbleg\.gemini\antigravity-ide\brain\8fc83933-2f21-4e6e-9f9b-c13e5c288644\ui_mockup_v2_17831087662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TECHNOLOGY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Technology Stack &amp; AWS Production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React + Vite, customized CSS utilizing EnverAI design tokens (Syne, DM Mono, Navy/Orange/Green/Cream).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Node.js Express, Multer for memory-buffered uploads, secure GCP Secret Manager integration.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NVIDIA NIM APIs: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Nemotron-3 Nano (Extraction), Nemotron-3 Super (Analytics &amp; Ratios), Nemotron-3 Ultra (Chief Underwriter).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Auth &amp; Governance: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Firebase Authentication + Google Sign-In with strict enterprise-domain domain verification.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Production Alternatives (to map IDBI standards):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Fargate (Backend), S3 + CloudFront (Frontend), Amazon S3 (temporary file storage), Amazon RDS PostgreSQL (decisions memory).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COST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Estimated Project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NVIDIA NIM API Token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Nano &amp; Super models cost ~$0.0007 / 1K tokens. Ultra costs ~$0.0015 / 1K tokens.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Underwriting Run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 average evaluation consumes ~8K context tokens, costing approximately $0.01 to $0.02 per application run.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Serverless Infrastructure (Production Scaling):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Amplify edge delivery costs ~$5/mo. AWS Fargate backend runner costs ~$15/mo. Amazon RDS micro DB costs ~$15/mo.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MVP Monthly Operating Cost: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 active hackathon evaluation, the prototype runs on under $40/month.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PROTOTYPE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Snapshots of the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solidFill>
            <a:srgbClr val="E6E6E6"/>
          </a:solidFill>
          <a:ln w="12700">
            <a:solidFill>
              <a:srgbClr val="E8660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 INSERT SCREENSHOTS OF YOUR DYNAMIC PROTOTYPE DASHBOARD HERE ]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 Ingestion Form showing Statement upload widget.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 Completed Evaluation screen showing the Credit Score rating (e.g. 760, LOW RISK).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 Forensic Audit Trail displaying the text justifications and citation bullets.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PERFORMANCE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Prototype Performance &amp;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Multi-Agent Execution Latency: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Ingestion parsing (Nano): ~1.2s. Analysis calculation (Super): ~1.8s. Synthesis underwriting (Ultra): ~2.1s.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 Decision Pipeline Latency: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 5.1 seconds on average from file upload to full XAI report rendering.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 Extraction Integrity: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100% accurate parsing of transaction figures, dates, and bounce flags on standard bank statement schemas.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Reliability Controls: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Implemented temperature 0.0 rules to eliminate model drift and ensure consistent decision-making outputs.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Additional Details &amp; Future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Account Aggregator API Integration: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Connect to a sandboxed Consent Manager (like Sahamati) to stream financial profiles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Lending Regulation Tuning: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Fine-tune decision synthesis prompt models to match RBI compliance frameworks for automated digital lending.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Batch Underwriting Runs: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Enable bulk analysis of hundreds of statements concurrently, outputting a ranked, sortable loan-officer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LINKS &amp;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Repositories &amp; Access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1B2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GitHub Codebase: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https://github.com/Amaan-cmd/IDBI-Artificer  (Contains React client, Node server, and NIM pipeline scripts)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Demo Product: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https://enveraitech.in/IDBI  (Hosted live prototype built matching EnverAI custom design tokens)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Pitch Presentation Video: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[Insert 3-Minute YouTube/Loom Demo Link]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Contact Information: </a:t>
            </a:r>
            <a:r>
              <a:rPr lang="en-US" sz="1400" dirty="0">
                <a:solidFill>
                  <a:srgbClr val="12121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[Insert Team Leader Contact Email / Mobile details]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963</Words>
  <Application>Microsoft Office PowerPoint</Application>
  <PresentationFormat>On-screen Show (16:9)</PresentationFormat>
  <Paragraphs>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DM Mono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Shaikh Amaan</cp:lastModifiedBy>
  <cp:revision>1</cp:revision>
  <dcterms:created xsi:type="dcterms:W3CDTF">2026-07-03T20:01:23Z</dcterms:created>
  <dcterms:modified xsi:type="dcterms:W3CDTF">2026-07-03T20:10:11Z</dcterms:modified>
</cp:coreProperties>
</file>