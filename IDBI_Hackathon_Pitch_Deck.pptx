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29150"/>
            <a:ext cx="9144000" cy="514350"/>
          </a:xfrm>
          <a:prstGeom prst="rect">
            <a:avLst/>
          </a:prstGeom>
          <a:solidFill>
            <a:srgbClr val="1B2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320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EnverAI Tech | IDBI Innovation Hackathon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MSME FINANCIAL HEALTH CARD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AGENTIC AI PIPELINE FOR ALTERNATE DATA UNDERWRITING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Track 03 | EnverAI Tech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1. 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Underwriting "New-to-Credit" MSMEs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Millions of Indian MSMEs have healthy cash flows but no formal CIBIL score. Traditional underwriting fails because: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Unstructured Data: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Bank Statements, GST Returns, and UPI ledgers are messy and hard to parse.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"Black Box" of AI: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Regulators and Loan Officers cannot trust a raw AI score without seeing the exact math.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2. THE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True Multi-Model Agentic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Instead of one generic AI, we built a specialized 3-Agent team leveraging both Google &amp; Vertex AI: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4B"/>
                </a:solidFill>
              </a:rPr>
              <a:t>Agent 1: INGESTION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B4B"/>
                </a:solidFill>
              </a:rPr>
              <a:t>(Gemini 1.5 Flash)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B4B"/>
                </a:solidFill>
              </a:rPr>
              <a:t>Multi-modal extraction of raw CSV/PDFs.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3017520"/>
            <a:ext cx="457200" cy="274320"/>
          </a:xfrm>
          <a:prstGeom prst="rightArrow">
            <a:avLst/>
          </a:prstGeom>
          <a:solidFill>
            <a:srgbClr val="E8660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256032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5603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4B"/>
                </a:solidFill>
              </a:rPr>
              <a:t>Agent 2: ANALYSIS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B4B"/>
                </a:solidFill>
              </a:rPr>
              <a:t>(Codestral 2)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B4B"/>
                </a:solidFill>
              </a:rPr>
              <a:t>Computes strict financial ratios (Run Rate).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3017520"/>
            <a:ext cx="457200" cy="274320"/>
          </a:xfrm>
          <a:prstGeom prst="rightArrow">
            <a:avLst/>
          </a:prstGeom>
          <a:solidFill>
            <a:srgbClr val="E8660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256032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5603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4B"/>
                </a:solidFill>
              </a:rPr>
              <a:t>Agent 3: SYNTHESIS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B4B"/>
                </a:solidFill>
              </a:rPr>
              <a:t>(Codestral 2)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B4B"/>
                </a:solidFill>
              </a:rPr>
              <a:t>Decides final Score &amp; Risk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3. EXPLAINABLE 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Forensic Audit Trail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Every decision is structurally justifiable. Our Agents output strict JSON schemas containing: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60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1. REASONING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 granular, logic-based breakdown of why the AI assigned a specific risk bracket.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60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2. EXPLICIT CITATIONS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Line-by-line references directly back to the unstructured source data (e.g., "[+] Risk elevated due to 3 Inward Bounces on Jan 14th").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4. THE DASHBOARD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Dual-Input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EnverAI Underwriting UI allows Loan Officers and Hackathon Judges to test the system in two ways: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B4B"/>
                </a:solidFill>
              </a:rPr>
              <a:t>MODE 1: FILE UPLOAD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B4B"/>
                </a:solidFill>
              </a:rPr>
              <a:t>Upload raw PDFs, CSVs, or Account Aggregator JSONs directly into the Gemini Pipeline.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274320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27432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B4B"/>
                </a:solidFill>
              </a:rPr>
              <a:t>MODE 2: MANUAL SIMULATION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B4B"/>
                </a:solidFill>
              </a:rPr>
              <a:t>Type arbitrary financial figures into the code editor to watch the AI instantly recalculate risk on the fly.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60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5. ENTERPRISE READINESS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4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AWS Architecture Mapping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Since IDBI uses AWS, we mapped our GCP MVP architecture directly to AWS production equivalents: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MVP Component (GCP/Local)</a:t>
                      </a:r>
                      <a:endParaRPr lang="en-US" sz="14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AWS Equivalent (Production)</a:t>
                      </a:r>
                      <a:endParaRPr lang="en-US" sz="14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Node.js Express Backend</a:t>
                      </a:r>
                      <a:endParaRPr lang="en-US" sz="14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AWS Fargate (ECS)</a:t>
                      </a:r>
                      <a:endParaRPr lang="en-US" sz="14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React Frontend (Vite)</a:t>
                      </a:r>
                      <a:endParaRPr lang="en-US" sz="14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AWS Amplify / S3 + CloudFront</a:t>
                      </a:r>
                      <a:endParaRPr lang="en-US" sz="14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Google Gemini 1.5 (Ingestion)</a:t>
                      </a:r>
                      <a:endParaRPr lang="en-US" sz="14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Amazon Textract + Bedrock</a:t>
                      </a:r>
                      <a:endParaRPr lang="en-US" sz="14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Vertex Codestral 2 (Analytics)</a:t>
                      </a:r>
                      <a:endParaRPr lang="en-US" sz="14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Amazon Bedrock (Claude 3.5 Sonnet)</a:t>
                      </a:r>
                      <a:endParaRPr lang="en-US" sz="14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Local File Storage (Multer)</a:t>
                      </a:r>
                      <a:endParaRPr lang="en-US" sz="14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yne" pitchFamily="34" charset="0"/>
                          <a:ea typeface="Syne" pitchFamily="34" charset="-122"/>
                          <a:cs typeface="Syne" pitchFamily="34" charset="-120"/>
                        </a:rPr>
                        <a:t>Amazon S3 Bucket</a:t>
                      </a:r>
                      <a:endParaRPr lang="en-US" sz="1400" dirty="0">
                        <a:latin typeface="Syne" charset="0"/>
                        <a:ea typeface="Syne" charset="0"/>
                        <a:cs typeface="Syne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2026-06-29T21:09:53Z</dcterms:created>
  <dcterms:modified xsi:type="dcterms:W3CDTF">2026-06-29T21:09:53Z</dcterms:modified>
</cp:coreProperties>
</file>