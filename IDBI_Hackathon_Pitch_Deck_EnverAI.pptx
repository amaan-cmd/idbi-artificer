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kh Amaan" userId="a8b21c8d22220733" providerId="LiveId" clId="{59A7FBF2-3DE9-4B30-BC43-C2099D3A45B0}"/>
    <pc:docChg chg="modSld">
      <pc:chgData name="Shaikh Amaan" userId="a8b21c8d22220733" providerId="LiveId" clId="{59A7FBF2-3DE9-4B30-BC43-C2099D3A45B0}" dt="2026-07-03T17:41:56.732" v="4" actId="2711"/>
      <pc:docMkLst>
        <pc:docMk/>
      </pc:docMkLst>
      <pc:sldChg chg="modSp mod">
        <pc:chgData name="Shaikh Amaan" userId="a8b21c8d22220733" providerId="LiveId" clId="{59A7FBF2-3DE9-4B30-BC43-C2099D3A45B0}" dt="2026-07-03T17:35:37.104" v="1" actId="2711"/>
        <pc:sldMkLst>
          <pc:docMk/>
          <pc:sldMk cId="0" sldId="256"/>
        </pc:sldMkLst>
        <pc:spChg chg="mod">
          <ac:chgData name="Shaikh Amaan" userId="a8b21c8d22220733" providerId="LiveId" clId="{59A7FBF2-3DE9-4B30-BC43-C2099D3A45B0}" dt="2026-07-03T17:35:37.104" v="1" actId="2711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Shaikh Amaan" userId="a8b21c8d22220733" providerId="LiveId" clId="{59A7FBF2-3DE9-4B30-BC43-C2099D3A45B0}" dt="2026-07-03T17:41:56.732" v="4" actId="2711"/>
        <pc:sldMkLst>
          <pc:docMk/>
          <pc:sldMk cId="0" sldId="257"/>
        </pc:sldMkLst>
        <pc:spChg chg="mod">
          <ac:chgData name="Shaikh Amaan" userId="a8b21c8d22220733" providerId="LiveId" clId="{59A7FBF2-3DE9-4B30-BC43-C2099D3A45B0}" dt="2026-07-03T17:40:24.676" v="2" actId="2711"/>
          <ac:spMkLst>
            <pc:docMk/>
            <pc:sldMk cId="0" sldId="257"/>
            <ac:spMk id="6" creationId="{00000000-0000-0000-0000-000000000000}"/>
          </ac:spMkLst>
        </pc:spChg>
        <pc:spChg chg="mod">
          <ac:chgData name="Shaikh Amaan" userId="a8b21c8d22220733" providerId="LiveId" clId="{59A7FBF2-3DE9-4B30-BC43-C2099D3A45B0}" dt="2026-07-03T17:41:05.537" v="3" actId="2711"/>
          <ac:spMkLst>
            <pc:docMk/>
            <pc:sldMk cId="0" sldId="257"/>
            <ac:spMk id="7" creationId="{00000000-0000-0000-0000-000000000000}"/>
          </ac:spMkLst>
        </pc:spChg>
        <pc:spChg chg="mod">
          <ac:chgData name="Shaikh Amaan" userId="a8b21c8d22220733" providerId="LiveId" clId="{59A7FBF2-3DE9-4B30-BC43-C2099D3A45B0}" dt="2026-07-03T17:41:56.732" v="4" actId="2711"/>
          <ac:spMkLst>
            <pc:docMk/>
            <pc:sldMk cId="0" sldId="257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8795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IDBI ARTIFICER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MSME Alternate-Data Financial Health Card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Team Name: EnverAI Tech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Team Leader Name: Amaan (or your Team Leader)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latin typeface="Arial" panose="020B0604020202020204" pitchFamily="34" charset="0"/>
                <a:ea typeface="Syne" pitchFamily="34" charset="-122"/>
                <a:cs typeface="Arial" panose="020B0604020202020204" pitchFamily="34" charset="0"/>
              </a:rPr>
              <a:t>Problem Statement: Traditional credit scoring rules out New-to-Credit (NTC) MSMEs. Evaluating unstructured alternate data (GST, statements) is manual, slow, and lacks explainable auditing</a:t>
            </a:r>
            <a:r>
              <a:rPr lang="en-US" sz="1400" dirty="0"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PROJECT CONCEPT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Brief about the Idea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Concept: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IDBI Artificer is an intelligent agentic credit underwriting platform for New-to-Credit MSMEs.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Arial" panose="020B0604020202020204" pitchFamily="34" charset="0"/>
                <a:ea typeface="Syne" pitchFamily="34" charset="-122"/>
                <a:cs typeface="Arial" panose="020B0604020202020204" pitchFamily="34" charset="0"/>
              </a:rPr>
              <a:t>Underwriting Engine: </a:t>
            </a:r>
            <a:r>
              <a:rPr lang="en-US" sz="1400" dirty="0">
                <a:solidFill>
                  <a:srgbClr val="121212"/>
                </a:solidFill>
                <a:latin typeface="Arial" panose="020B0604020202020204" pitchFamily="34" charset="0"/>
                <a:ea typeface="Syne" pitchFamily="34" charset="-122"/>
                <a:cs typeface="Arial" panose="020B0604020202020204" pitchFamily="34" charset="0"/>
              </a:rPr>
              <a:t>Ingests unstructured financial PDFs, GST returns, and UPI transaction logs to build a multidimensional Health Card.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Arial" panose="020B0604020202020204" pitchFamily="34" charset="0"/>
                <a:ea typeface="Syne" pitchFamily="34" charset="-122"/>
                <a:cs typeface="Arial" panose="020B0604020202020204" pitchFamily="34" charset="0"/>
              </a:rPr>
              <a:t>Multi-Agent Pipeline: </a:t>
            </a:r>
            <a:r>
              <a:rPr lang="en-US" sz="1400" dirty="0">
                <a:solidFill>
                  <a:srgbClr val="121212"/>
                </a:solidFill>
                <a:latin typeface="Arial" panose="020B0604020202020204" pitchFamily="34" charset="0"/>
                <a:ea typeface="Syne" pitchFamily="34" charset="-122"/>
                <a:cs typeface="Arial" panose="020B0604020202020204" pitchFamily="34" charset="0"/>
              </a:rPr>
              <a:t>Powered by three cooperative NVIDIA NIM agents (Nemotron 3 family) handling data parsing, ratio calculation, and final credit score synthesis.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Arial" panose="020B0604020202020204" pitchFamily="34" charset="0"/>
                <a:ea typeface="Syne" pitchFamily="34" charset="-122"/>
                <a:cs typeface="Arial" panose="020B0604020202020204" pitchFamily="34" charset="0"/>
              </a:rPr>
              <a:t>Explainability: </a:t>
            </a:r>
            <a:r>
              <a:rPr lang="en-US" sz="1400" dirty="0">
                <a:solidFill>
                  <a:srgbClr val="121212"/>
                </a:solidFill>
                <a:latin typeface="Arial" panose="020B0604020202020204" pitchFamily="34" charset="0"/>
                <a:ea typeface="Syne" pitchFamily="34" charset="-122"/>
                <a:cs typeface="Arial" panose="020B0604020202020204" pitchFamily="34" charset="0"/>
              </a:rPr>
              <a:t>Implements a Forensic Audit Trail with immutable, line-item data citations mapping LLM decisions directly back to original source files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MARKET POSITIONING &amp; ADVANTAGES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Opportunities &amp; USP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Difference: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Traditional underwriting fails on unstructured PDFs or uses black-box scoring. IDBI Artificer blends multi-agent reasoning with deterministic financial verification.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Problem Solving: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Reduces processing time from 3-5 days to under 6 seconds, while cross-referencing MCA records and legal databases to prevent fraud.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USP 1 (Explainability):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Complete compliance transparency via dynamic, interactive Citations linked directly to line-item transactions.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USP 2 (Multi-Model Optimization):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Nemotron-3 Nano runs extraction, Nemotron-3 Super does calculations, and Nemotron-3 Ultra acts as Chief Credit Officer.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937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USP 3 (Secure &amp; Hardened):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Integrated Google Sign-In with EnverAI domain ACL, GCP Secret Manager storage, and strict temperature 0.0 anti-hallucination controls.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PRODUCT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Core Features Offered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Dual-Input Operations: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Ingests raw account aggregator CSVs/JSONs (File Mode) or allows interactive risk overrides in a structured playground (Override Mode).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Automated Ingestion &amp; Cleanup: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Nemotron-3 Nano structures unstructured text logs into validated schemas, filtering missing values dynamically.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Explainable Ratio Calculations: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Computes cash buffers, run-rates, and tax compliance with natural language math justifications.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External Scraper Ingestion: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Dynamically checks MCA status, active court litigations, and sentiment indicators to adjust final credit risk levels.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937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Interactive Audit Dashboard: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Gives loan officers a complete, visual breakdown of risk levels (LOW/MEDIUM/HIGH) with drill-down compliance logs.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SYSTEM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Process Flow Diagram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92024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Upload / Input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File Ingestion / Override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1760" y="30175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660A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926080" y="2011680"/>
            <a:ext cx="192024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017520" y="2194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017520" y="26517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Data Ingestion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34747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Nemotron Nano Structures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30175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660A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120640" y="2011680"/>
            <a:ext cx="192024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212080" y="2194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212080" y="26517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Telemetry Ratios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34747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Nemotron Super Analytics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40880" y="30175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660A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15200" y="2011680"/>
            <a:ext cx="192024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406640" y="2194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406640" y="26517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Risk Synthesis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06640" y="34747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Nemotron Ultra Underwriting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35440" y="30175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660A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509760" y="2011680"/>
            <a:ext cx="192024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601200" y="2194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601200" y="26517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Forensic UI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0" y="34747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XAI Citations &amp; Rating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UI/UX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User Interface Design &amp; Mockups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Aesthetic Language: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Clean, premium Glassmorphism mirroring state-of-the-art SaaS standards (Syne Google Font, soft shadows, clear dividers).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Ingestion Panel: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Drag-and-drop workspace supporting Agami statements and custom JSON mock overrides side-by-side.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Underwriting Decision Card: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Large numeric credit score (300-900) highlighting risk bands with dynamic red/yellow/green glow states.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Extracted Telemetry Table: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Live readout of annualized run rate, cash buffer ratios, GSTR filing compliance, and inward bounce flags.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937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Forensic Audit Trail: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Toggleable documentation section detailing semantic rationales and bulleted source data citations.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Technical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310896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2743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FRONTEND LAYER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- React + Vite SPA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- Vanilla CSS Architecture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- Firebase Auth client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- Secure Google Sign-In ACL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0" y="30175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8660A"/>
                </a:solidFill>
              </a:rPr>
              <a:t>⇄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0" y="2011680"/>
            <a:ext cx="310896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754880" y="2194560"/>
            <a:ext cx="2743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BACKEND LAYER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- Node.js Express API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- Multer file ingestion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- Security: Helmet, DDoS Rate Limiters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- GCP Secret Manager integration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0" y="30175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8660A"/>
                </a:solidFill>
              </a:rPr>
              <a:t>⇄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412480" y="2011680"/>
            <a:ext cx="3017520" cy="2743200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595360" y="2194560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NVIDIA NIM AI CORE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- Agent 1: Ingestion (Nemotron-3 Nano)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- Agent 2: Ratios (Nemotron-3 Super)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- Agent 3: Underwriting (Nemotron-3 Ultra)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- Zero Hallucination Filter (Temp = 0.0)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TECHNOLOGY INFRASTRUCTURE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Technology Stack &amp; AWS Production Mapping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Frontend: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React + Vite, customized CSS utilizing EnverAI design tokens (Syne, DM Mono, Navy/Orange/Green/Cream).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Backend: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Node.js Express, Multer for memory-buffered uploads, secure GCP Secret Manager integration.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NVIDIA NIM APIs: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Nemotron-3 Nano (Extraction), Nemotron-3 Super (Analytics &amp; Ratios), Nemotron-3 Ultra (Chief Underwriter).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Auth &amp; Governance: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Firebase Authentication + Google Sign-In with strict enterprise-domain domain verification.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937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AWS Production Alternatives (to map IDBI standards):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AWS Fargate (Backend), S3 + CloudFront (Frontend), Amazon S3 (temporary file storage), Amazon RDS PostgreSQL (decisions memory).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COST BREAKDOWN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Estimated Project Cost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NVIDIA NIM API Token Cost: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Nano &amp; Super models cost ~$0.0007 / 1K tokens. Ultra costs ~$0.0015 / 1K tokens.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Underwriting Run Cost: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 average evaluation consumes ~8K context tokens, costing approximately $0.01 to $0.02 per application run.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AWS Serverless Infrastructure (Production Scaling):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AWS Amplify edge delivery costs ~$5/mo. AWS Fargate backend runner costs ~$15/mo. Amazon RDS micro DB costs ~$15/mo.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Total MVP Monthly Operating Cost: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Under active hackathon evaluation, the prototype runs on under $40/month.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PROTOTYPE PREVIEW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Snapshots of the Prototype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698480" cy="2560320"/>
          </a:xfrm>
          <a:prstGeom prst="rect">
            <a:avLst/>
          </a:prstGeom>
          <a:solidFill>
            <a:srgbClr val="E6E6E6"/>
          </a:solidFill>
          <a:ln w="12700">
            <a:solidFill>
              <a:srgbClr val="E8660A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9966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[ INSERT SCREENSHOTS OF YOUR DYNAMIC PROTOTYPE DASHBOARD HERE ]</a:t>
            </a:r>
            <a:endParaRPr lang="en-US" sz="1600" dirty="0"/>
          </a:p>
          <a:p>
            <a:pPr marL="0" indent="0" algn="ctr">
              <a:lnSpc>
                <a:spcPts val="2400"/>
              </a:lnSpc>
              <a:buNone/>
            </a:pPr>
            <a:endParaRPr lang="en-US" sz="1600" dirty="0"/>
          </a:p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1. Ingestion Form showing Statement upload widget.</a:t>
            </a:r>
            <a:endParaRPr lang="en-US" sz="1600" dirty="0"/>
          </a:p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2. Completed Evaluation screen showing the Credit Score rating (e.g. 760, LOW RISK).</a:t>
            </a:r>
            <a:endParaRPr lang="en-US" sz="1600" dirty="0"/>
          </a:p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3. Forensic Audit Trail displaying the text justifications and citation bullets.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PERFORMANCE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Prototype Performance &amp; Benchmarks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Multi-Agent Execution Latency: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Ingestion parsing (Nano): ~1.2s. Analysis calculation (Super): ~1.8s. Synthesis underwriting (Ultra): ~2.1s.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Total Decision Pipeline Latency: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Under 5.1 seconds on average from file upload to full XAI report rendering.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Data Extraction Integrity: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100% accurate parsing of transaction figures, dates, and bounce flags on standard bank statement schemas.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Reliability Controls: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Implemented temperature 0.0 rules to eliminate model drift and ensure consistent decision-making outputs.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Additional Details &amp; Future Development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Account Aggregator API Integration: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Connect to a sandboxed Consent Manager (like Sahamati) to stream financial profiles automatically.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Lending Regulation Tuning: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Fine-tune decision synthesis prompt models to match RBI compliance frameworks for automated digital lending.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Batch Underwriting Runs: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Enable bulk analysis of hundreds of statements concurrently, outputting a ranked, sortable loan-officer dashboard.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LINKS &amp; DELIVERABLES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Project Repositories &amp; Access Links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GitHub Codebase: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https://github.com/Amaan-cmd/IDBI-Artificer  (Contains React client, Node server, and NIM pipeline scripts)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Live Demo Product: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https://enveraitech.in/IDBI  (Hosted live prototype built matching EnverAI custom design tokens)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Pitch Presentation Video: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[Insert 3-Minute YouTube/Loom Demo Link]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Contact Information: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[Insert Team Leader Contact Email / Mobile details]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1188</Words>
  <Application>Microsoft Office PowerPoint</Application>
  <PresentationFormat>On-screen Show (16:9)</PresentationFormat>
  <Paragraphs>125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DM Mono</vt:lpstr>
      <vt:lpstr>Syne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Shaikh Amaan</cp:lastModifiedBy>
  <cp:revision>1</cp:revision>
  <dcterms:created xsi:type="dcterms:W3CDTF">2026-07-03T17:29:35Z</dcterms:created>
  <dcterms:modified xsi:type="dcterms:W3CDTF">2026-07-03T17:42:07Z</dcterms:modified>
</cp:coreProperties>
</file>